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8F0CD9-E38C-21E2-ADAE-7F281D54AED8}" v="14" dt="2026-09-13T11:14:47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7F3A5-A9E6-4787-B0A7-C9C0CC4995C8}" type="datetimeFigureOut"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B07C5-1490-41BF-AF5F-D56F9878EE3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12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B8C9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4023360" cy="4023360"/>
          </a:xfrm>
          <a:prstGeom prst="ellipse">
            <a:avLst/>
          </a:prstGeom>
          <a:solidFill>
            <a:srgbClr val="1FB6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8308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SehatAI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828800" y="1600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Health Risk &amp; Triage Copilot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0" y="2286000"/>
            <a:ext cx="3840480" cy="0"/>
          </a:xfrm>
          <a:prstGeom prst="line">
            <a:avLst/>
          </a:prstGeom>
          <a:noFill/>
          <a:ln w="25400">
            <a:solidFill>
              <a:srgbClr val="1FB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screening  •  Patient education  •  Human review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880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PakAngels GenAI &amp; Agentic AI Training — Cohort 11  |  Mid-Hackathon Submission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977640"/>
            <a:ext cx="10332720" cy="2148840"/>
          </a:xfrm>
          <a:prstGeom prst="roundRect">
            <a:avLst>
              <a:gd name="adj" fmla="val 5106"/>
            </a:avLst>
          </a:prstGeom>
          <a:solidFill>
            <a:srgbClr val="0E4A5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Jahangeer Ali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910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· AI Engineer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4617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Kheem Pakrnash Dharmani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4910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01000" y="4617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Talib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01000" y="4910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Engineer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5330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Huda Tahir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Expert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5330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Hajra Arshad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01000" y="5330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 Lateef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0100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Expert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— Rural Health Risk &amp; Triage Copilot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BC6FC5B-E0C4-808C-C94F-9F174FD07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696" y="478407"/>
            <a:ext cx="5835590" cy="869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people in rural and under-served communities cannot get a quick, affordable first opinion about their health.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31720"/>
            <a:ext cx="594360" cy="59436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3134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Scarce specialists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and diagnostic labs are concentrated in cities, far from rural clinics and villages.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331720"/>
            <a:ext cx="594360" cy="59436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23134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Unreadable reports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receive lab reports full of numbers and jargon they cannot interpret on their own.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709160"/>
            <a:ext cx="594360" cy="59436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6908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detection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3949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and heart disease often go unnoticed until symptoms are already severe.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709160"/>
            <a:ext cx="594360" cy="59436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0" y="46908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barriers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53949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digital health tools are English-only, excluding Urdu-speaking and low-literacy users.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— Rural Health Risk &amp; Triage Copilot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SehatAI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bilingual, AI-assisted triage web app that turns patient-entered vitals, free-text symptoms and uploaded lab reports into a plain-language screening summary — with a human doctor always kept in the loop.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0939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Mode for everyone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8720" y="24048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 (weight, height, "120/80" blood pressure) so low-literacy users can complete a screening on their own.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182112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1272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trained risk models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88720" y="343814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models trained on the Pima Diabetes and UCI Heart Disease datasets estimate diabetes and cardiovascular risk.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4215384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report analyzer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447141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regex read PDF/image lab reports, feed detected values into the ML models, and explain results in everyday language.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5248656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193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assistant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55046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Groq-powered chatbot asks short follow-up questions before giving safe, non-diagnostic guidance — in English, Urdu, or Roman Urdu.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1051560"/>
            <a:ext cx="4389120" cy="5349240"/>
          </a:xfrm>
          <a:prstGeom prst="roundRect">
            <a:avLst>
              <a:gd name="adj" fmla="val 2500"/>
            </a:avLst>
          </a:prstGeom>
          <a:solidFill>
            <a:srgbClr val="0B3D4C"/>
          </a:solidFill>
          <a:ln/>
        </p:spPr>
      </p:sp>
      <p:pic>
        <p:nvPicPr>
          <p:cNvPr id="21" name="Image 0" descr="assets/ui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80160"/>
            <a:ext cx="4023360" cy="17099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52360" y="3035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running in Simple Mode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52360" y="3429000"/>
            <a:ext cx="4023360" cy="0"/>
          </a:xfrm>
          <a:prstGeom prst="line">
            <a:avLst/>
          </a:prstGeom>
          <a:noFill/>
          <a:ln w="12700">
            <a:solidFill>
              <a:srgbClr val="1E6B7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52360" y="3611880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D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diagnosis — a first, friendly screening step that points patients toward the right next step of care.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— Rural Health Risk &amp; Triage Copilot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581912"/>
            <a:ext cx="548640" cy="54864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(Python), custom CSS theming, bilingual UI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581912"/>
            <a:ext cx="548640" cy="54864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9432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Random Forest, XGBoost, joblib, SHAP explainability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3258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94192" y="1581912"/>
            <a:ext cx="548640" cy="54864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94192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94192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— free-tier "openai/gpt-oss-20b" language model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3822192"/>
            <a:ext cx="548640" cy="54864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4672" y="4480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Reading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4800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(PDF text), pytesseract + Pillow (image OCR), regex value extraction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35661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9432" y="3822192"/>
            <a:ext cx="548640" cy="54864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25" name="Text 23"/>
          <p:cNvSpPr/>
          <p:nvPr/>
        </p:nvSpPr>
        <p:spPr>
          <a:xfrm>
            <a:off x="4599432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99432" y="4480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99432" y="4800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 — Pima Indians Diabetes &amp; UCI Heart Disease datasets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38160" y="35661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94192" y="3822192"/>
            <a:ext cx="548640" cy="54864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30" name="Text 28"/>
          <p:cNvSpPr/>
          <p:nvPr/>
        </p:nvSpPr>
        <p:spPr>
          <a:xfrm>
            <a:off x="8394192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394192" y="4480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94192" y="4800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for version control, Streamlit Community Cloud for hosting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— Rural Health Risk &amp; Triage Copilot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patient input flows through SehatAI, from the form to a human-reviewed result.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76200" dist="25400" dir="5400000" algn="bl" rotWithShape="0">
              <a:srgbClr val="AAAAAA">
                <a:alpha val="20000"/>
              </a:srgbClr>
            </a:outerShdw>
          </a:effectLst>
        </p:spPr>
      </p:sp>
      <p:pic>
        <p:nvPicPr>
          <p:cNvPr id="5" name="Image 0" descr="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91640"/>
            <a:ext cx="987552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— Rural Health Risk &amp; Triage Copilot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Model Training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9436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pic>
        <p:nvPicPr>
          <p:cNvPr id="4" name="Image 0" descr="assets/dataset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577840" cy="2990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4434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rows of the two training datasets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766560" y="1188720"/>
            <a:ext cx="411480" cy="41148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33488" y="1143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33488" y="144475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Dataset — 768 rows × 9 columns (8 clinical features + Outcome label).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66560" y="2057400"/>
            <a:ext cx="411480" cy="41148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33488" y="20116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33488" y="231343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Disease Dataset — 303 rows × 14 columns, cleaned to 297 complete records.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66560" y="2926080"/>
            <a:ext cx="411480" cy="41148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33488" y="2880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33488" y="318211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Biologically-impossible zeros (Glucose, BP, Skin, Insulin, BMI) treated as missing and filled with the column median; incomplete heart-disease rows dropped.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66560" y="3794760"/>
            <a:ext cx="411480" cy="41148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33488" y="3749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33488" y="405079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 Random Forest and an XGBoost classifier were trained on an 80/20 split and compared on Accuracy, ROC-AUC and F1-score.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766560" y="4663440"/>
            <a:ext cx="411480" cy="411480"/>
          </a:xfrm>
          <a:prstGeom prst="ellipse">
            <a:avLst/>
          </a:prstGeom>
          <a:solidFill>
            <a:srgbClr val="0B8C99"/>
          </a:solidFill>
          <a:ln/>
        </p:spPr>
      </p:sp>
      <p:sp>
        <p:nvSpPr>
          <p:cNvPr id="23" name="Text 20"/>
          <p:cNvSpPr/>
          <p:nvPr/>
        </p:nvSpPr>
        <p:spPr>
          <a:xfrm>
            <a:off x="676656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333488" y="4617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33488" y="491947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(TreeExplainer) surfaces the top features behind each individual prediction.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— Rural Health Risk &amp; Triage Copilot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Model 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pic>
        <p:nvPicPr>
          <p:cNvPr id="4" name="Image 0" descr="assets/hear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5212080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41879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Heart-disease model comparison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309360" y="11430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performance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54480"/>
          <a:ext cx="5349240" cy="1920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37490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Random Forest was selected as the deployed model for both diseases — the best overall balance of accuracy, ROC-AUC and F1-score.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09360" y="46634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9F6F3"/>
          </a:solidFill>
          <a:ln/>
        </p:spPr>
      </p:sp>
      <p:sp>
        <p:nvSpPr>
          <p:cNvPr id="10" name="Text 6"/>
          <p:cNvSpPr/>
          <p:nvPr/>
        </p:nvSpPr>
        <p:spPr>
          <a:xfrm>
            <a:off x="6537960" y="478231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screening-level estimates from statistical models trained on public benchmark datasets — not a medical diagnosis.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— Rural Health Risk &amp; Triage Copilot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D91689-95C5-4DA3-100C-885234165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16" y="1136710"/>
            <a:ext cx="6041547" cy="35206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The 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pic>
        <p:nvPicPr>
          <p:cNvPr id="4" name="Image 0" descr="assets/ui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8760"/>
            <a:ext cx="507492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035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 — plain-language screening for everyone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63640" y="13716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pic>
        <p:nvPicPr>
          <p:cNvPr id="7" name="Image 1" descr="assets/ui_advanc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508760"/>
            <a:ext cx="5074920" cy="3703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0" y="53035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 — full clinical form for health workers with lab results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— Rural Health Risk &amp; Triage Copilot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8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655064"/>
            <a:ext cx="128016" cy="12801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2704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patients a friendly, private first step before visiting a clinic.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276856"/>
            <a:ext cx="128016" cy="12801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as little information as a person's weight, height and rough BP.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898648"/>
            <a:ext cx="128016" cy="12801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7063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medical reports in plain English, Urdu, or Roman Urdu.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520440"/>
            <a:ext cx="128016" cy="12801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9242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human doctor in the loop for every important decision — never replaces one.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1655064"/>
            <a:ext cx="128016" cy="128016"/>
          </a:xfrm>
          <a:prstGeom prst="ellipse">
            <a:avLst/>
          </a:prstGeom>
          <a:solidFill>
            <a:srgbClr val="E8933B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15270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Android/iOS app for offline-friendly rural use.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2276856"/>
            <a:ext cx="128016" cy="128016"/>
          </a:xfrm>
          <a:prstGeom prst="ellipse">
            <a:avLst/>
          </a:prstGeom>
          <a:solidFill>
            <a:srgbClr val="E8933B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148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Vision-capable OCR model for messier, handwritten reports.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2898648"/>
            <a:ext cx="128016" cy="128016"/>
          </a:xfrm>
          <a:prstGeom prst="ellipse">
            <a:avLst/>
          </a:prstGeom>
          <a:solidFill>
            <a:srgbClr val="E8933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7706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screening models: anemia, hypertension, malnutrition.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520440"/>
            <a:ext cx="128016" cy="128016"/>
          </a:xfrm>
          <a:prstGeom prst="ellipse">
            <a:avLst/>
          </a:prstGeom>
          <a:solidFill>
            <a:srgbClr val="E8933B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39242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dashboard with patient history via Supabase.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0B3D4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736592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is a decision-support prototype, not a certified medical device. Every screening result is explicitly labelled as an estimate, and the app consistently directs patients toward a qualified healthcare professional for confirmation and care.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— Rural Health Risk &amp; Triage Copilot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0B8C99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Team SehatAI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18120" y="68580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assets/team_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868680"/>
            <a:ext cx="338328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191109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Jahangeer Ali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218541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· AI Engineer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8720" y="256946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Kheem Pakrnash Dharmani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284378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282696"/>
            <a:ext cx="384048" cy="38404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322783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 Talib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88720" y="35021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Engineer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3941064"/>
            <a:ext cx="384048" cy="38404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88720" y="38862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Huda Tahir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88720" y="41605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Expert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4599432"/>
            <a:ext cx="384048" cy="38404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88720" y="454456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Hajra Arshad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48188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5257800"/>
            <a:ext cx="384048" cy="38404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88720" y="520293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Saira Lateef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188720" y="547725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Expert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5989320"/>
            <a:ext cx="6858000" cy="0"/>
          </a:xfrm>
          <a:prstGeom prst="line">
            <a:avLst/>
          </a:prstGeom>
          <a:noFill/>
          <a:ln w="12700">
            <a:solidFill>
              <a:srgbClr val="1E6B7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61081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PakAngels GenAI &amp; Agentic AI Training — Cohort 11, with iCodeGuru &amp; ASPIRE Pakistan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SehatAI — Rural Health Risk &amp; Triage Copilot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D776090-2BBB-C3C4-31F8-907304381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239" y="459806"/>
            <a:ext cx="3731823" cy="59240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11</cp:revision>
  <dcterms:created xsi:type="dcterms:W3CDTF">2026-09-13T10:35:36Z</dcterms:created>
  <dcterms:modified xsi:type="dcterms:W3CDTF">2026-09-13T11:15:14Z</dcterms:modified>
</cp:coreProperties>
</file>